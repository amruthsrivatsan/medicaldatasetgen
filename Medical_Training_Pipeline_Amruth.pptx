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7/9</c:v>
                  </c:pt>
                  <c:pt idx="1">
                    <c:v>8/9</c:v>
                  </c:pt>
                  <c:pt idx="2">
                    <c:v>9/9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2011680" cy="201168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Training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Clinical Discharge Summaries into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Instruction-Following Training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4572000" cy="6400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702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2023A7PS0026P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pipeline do?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EEF5F7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discharge summaries are rich with medical knowledge but contain Protected Health Information (PHI) and unexpanded abbreviations that make them unsuitable for direct use in AI training.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Safe Harbor removal of all 18 PHI identifiers (names, dates, SSNs, MRNs, phone numbers…)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42316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Expand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20+ clinical sections and expand medical abbreviations using longest-match substitution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42316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10 task types of instruction-following examples, rule-validated and optionally MedGemma-judged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  |  2023A7PS0026P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end-to-end processing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630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deidentify.py   ·   HIPAA Safe Harbor · regex rules · 18 PHI types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261872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7528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67528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  ·   20+ header patterns · ClinicalNote dataclass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7860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Abbrevs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807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expander.py   ·   160+ abbreviations · longest-match · context rules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377440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57860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67528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7528" y="28072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generator.py   ·   10 task types · instruction-following format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69417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9227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validator.py   ·   PHI leak check · length · residual abbreviations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493008"/>
            <a:ext cx="406908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7528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39227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judge.py   ·   MedGemma 4B via Ollama · 3-dimension scoring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06240" y="2578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06240" y="3703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training_data.jsonl  ·  rejected.jsonl  ·  pipeline_report.json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 ·  deidentify.py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Safe Harbor — 45 CFR §164.514(b)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Identifiers Removed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/ initials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(ZIP, address)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beyond year (DOB, admission)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fax numbers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2160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85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66420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/ medical record numbers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07568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plan beneficiary numbers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4871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8986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31012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372160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685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&gt; decade bucket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57800" y="1143000"/>
            <a:ext cx="365760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9496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transformation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1572768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Patient: John Smith</a:t>
            </a:r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DOB: 03/15/1978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MRN: 1234567890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617-555-0192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Patient: [REDACTED]</a:t>
            </a:r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DOB: [DATE]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MRN: [MRN]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[PHONE]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4572000" cy="594360"/>
          </a:xfrm>
          <a:prstGeom prst="rect">
            <a:avLst/>
          </a:prstGeom>
          <a:solidFill>
            <a:srgbClr val="EEF5F7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15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Case ID: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raw content → opaque CASE-XXXX identifier. No PHI in the key.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  |  2023A7PS0026P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GENERATION  ·  generator.py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Clinical Task Types Generated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6908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Admission Summary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581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 + HPI + PMH narrative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069080" cy="576072"/>
          </a:xfrm>
          <a:prstGeom prst="rect">
            <a:avLst/>
          </a:prstGeom>
          <a:solidFill>
            <a:srgbClr val="EDF4F6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List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1581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diagnoses with management detail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24812"/>
            <a:ext cx="406908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4812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796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Medication Reconciliation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22265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stopped / changed / continued drugs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24812"/>
            <a:ext cx="4069080" cy="576072"/>
          </a:xfrm>
          <a:prstGeom prst="rect">
            <a:avLst/>
          </a:prstGeom>
          <a:solidFill>
            <a:srgbClr val="EDF4F6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924812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9796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Discharge Plan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5192" y="22265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+ instructions + follow-up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69464"/>
            <a:ext cx="406908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69464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624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Lab Interpretation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" y="28712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→ pertinent → discharge labs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569464"/>
            <a:ext cx="4069080" cy="576072"/>
          </a:xfrm>
          <a:prstGeom prst="rect">
            <a:avLst/>
          </a:prstGeom>
          <a:solidFill>
            <a:srgbClr val="EDF4F6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569464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624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Drug Interaction Rationale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65192" y="28712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Theophylline / QTc / amiodarone reasoning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14116"/>
            <a:ext cx="406908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14116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2689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Allergy Profile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8912" y="35158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allergy list (expanded)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214116"/>
            <a:ext cx="4069080" cy="576072"/>
          </a:xfrm>
          <a:prstGeom prst="rect">
            <a:avLst/>
          </a:prstGeom>
          <a:solidFill>
            <a:srgbClr val="EDF4F6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214116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2689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QA — Chief Complaint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65192" y="35158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single-turn Q&amp;A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58768"/>
            <a:ext cx="406908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858768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913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QA — PMH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8912" y="4160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medical history Q&amp;A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858768"/>
            <a:ext cx="4069080" cy="576072"/>
          </a:xfrm>
          <a:prstGeom prst="rect">
            <a:avLst/>
          </a:prstGeom>
          <a:solidFill>
            <a:srgbClr val="EDF4F6"/>
          </a:solidFill>
          <a:ln w="12700">
            <a:solidFill>
              <a:srgbClr val="D0E4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858768"/>
            <a:ext cx="54864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3913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QA — Imaging / Discharge Dx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65192" y="4160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 &amp; final diagnoses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C0DD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example: { "case_id", "task", "messages": [system, user, assistant] }  — standard chat format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quality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3337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Rule-Based Validator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validator.py  ·  Zero dependencies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48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leak detection (SSN, phone, email, MRN patterns)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78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unexpanded abbreviation check (17 high-risk patterns)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response length (5 chars for QA, 40 for narratives)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roles present: system / user / assistant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placeholder-only responses ([REDACTED] check)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4160520" cy="3337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3444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325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MedGemma Judge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judge.py  ·  medgemma1.5:4b via Ollama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103120"/>
            <a:ext cx="37490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368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clinical fact match the source note?  (0-3)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788920"/>
            <a:ext cx="37490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816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0540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key clinical facts present?  (0-3)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474720"/>
            <a:ext cx="37490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502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Abbrev. Cleanliness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7398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abbreviations properly expanded?  (0-3)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threshold: total ≥ 6/9  AND  no dimension scores 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to rule-based if Ollama is unavailable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  |  2023A7PS0026P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5 MIMIC-style de-identified notes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1280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459736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Processed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234440"/>
            <a:ext cx="1965960" cy="1280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2459736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42032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Generated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65960" cy="1280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2459736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718304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(Rule-Based)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234440"/>
            <a:ext cx="1965960" cy="1280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2459736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325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94576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Judge Score (×43)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7432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Judge Score Distribution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3090672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577840" y="2743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77840" y="3127248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PHI pattern hits in final output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residual high-risk abbreviations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49 examples passed rule-based validation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49 examples passed MedGemma judge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~9-10 examples generated per note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  |  2023A7PS0026P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portable, privacy-first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training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stdlib — runs anywhere without pip install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205740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48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HIPAA-first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stripped before any model sees the data; validated after generation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extensible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section headers in parser.py, abbreviations in abbreviations.py, tasks in generator.py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quality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layer catches obvious failures; MedGemma judge scores clinical accuracy and completeness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98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 Srivatsan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2023A7PS0026P   |   Medical Training Data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Training Data Pipeline</dc:title>
  <dc:subject>PptxGenJS Presentation</dc:subject>
  <dc:creator>Amruth Srivatsan</dc:creator>
  <cp:lastModifiedBy>Amruth Srivatsan</cp:lastModifiedBy>
  <cp:revision>1</cp:revision>
  <dcterms:created xsi:type="dcterms:W3CDTF">2026-05-13T07:38:49Z</dcterms:created>
  <dcterms:modified xsi:type="dcterms:W3CDTF">2026-05-13T07:38:49Z</dcterms:modified>
</cp:coreProperties>
</file>